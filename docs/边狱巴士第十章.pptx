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7" r:id="rId3"/>
    <p:sldId id="258" r:id="rId5"/>
    <p:sldId id="259" r:id="rId6"/>
    <p:sldId id="262" r:id="rId7"/>
    <p:sldId id="261" r:id="rId8"/>
    <p:sldId id="264" r:id="rId9"/>
    <p:sldId id="265" r:id="rId10"/>
    <p:sldId id="266" r:id="rId11"/>
    <p:sldId id="267" r:id="rId12"/>
    <p:sldId id="263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/>
              <a:t>边狱巴士第十章</a:t>
            </a:r>
            <a:br>
              <a:rPr lang="zh-CN" altLang="en-US"/>
            </a:br>
            <a:r>
              <a:rPr lang="zh-CN" altLang="en-US"/>
              <a:t>第一周个人</a:t>
            </a:r>
            <a:r>
              <a:rPr lang="en-US" altLang="zh-CN"/>
              <a:t>ai</a:t>
            </a:r>
            <a:r>
              <a:rPr lang="zh-CN" altLang="en-US"/>
              <a:t>汉化分享</a:t>
            </a:r>
            <a:endParaRPr lang="zh-CN" altLang="en-US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502285" y="3796665"/>
            <a:ext cx="600075" cy="1655445"/>
          </a:xfrm>
        </p:spPr>
        <p:txBody>
          <a:bodyPr>
            <a:normAutofit lnSpcReduction="20000"/>
          </a:bodyPr>
          <a:lstStyle/>
          <a:p>
            <a:pPr algn="l"/>
            <a:endParaRPr lang="en-US" altLang="zh-CN"/>
          </a:p>
          <a:p>
            <a:pPr algn="l"/>
            <a:endParaRPr lang="en-US" altLang="zh-CN"/>
          </a:p>
          <a:p>
            <a:pPr algn="l"/>
            <a:endParaRPr lang="en-US" altLang="zh-CN"/>
          </a:p>
          <a:p>
            <a:pPr algn="l"/>
            <a:endParaRPr lang="en-US" altLang="zh-CN"/>
          </a:p>
          <a:p>
            <a:pPr algn="l"/>
            <a:r>
              <a:rPr lang="en-US" altLang="zh-CN">
                <a:latin typeface="微软雅黑" panose="020B0503020204020204" charset="-122"/>
                <a:ea typeface="微软雅黑" panose="020B0503020204020204" charset="-122"/>
              </a:rPr>
              <a:t>up:</a:t>
            </a:r>
            <a:endParaRPr lang="en-US" alt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765" y="4834890"/>
            <a:ext cx="2343150" cy="81915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59435" y="5819775"/>
            <a:ext cx="3267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2026.09.17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502285" y="6235700"/>
            <a:ext cx="8141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本视频没有声音！！只是放</a:t>
            </a:r>
            <a:r>
              <a:rPr lang="en-US" altLang="zh-CN">
                <a:solidFill>
                  <a:srgbClr val="FF0000"/>
                </a:solidFill>
              </a:rPr>
              <a:t>ppt</a:t>
            </a:r>
            <a:r>
              <a:rPr lang="zh-CN" altLang="en-US">
                <a:solidFill>
                  <a:srgbClr val="FF0000"/>
                </a:solidFill>
              </a:rPr>
              <a:t>，想直接下载去看到第</a:t>
            </a:r>
            <a:r>
              <a:rPr lang="en-US" altLang="zh-CN">
                <a:solidFill>
                  <a:srgbClr val="FF0000"/>
                </a:solidFill>
              </a:rPr>
              <a:t>3</a:t>
            </a:r>
            <a:r>
              <a:rPr lang="zh-CN" altLang="en-US">
                <a:solidFill>
                  <a:srgbClr val="FF0000"/>
                </a:solidFill>
              </a:rPr>
              <a:t>面</a:t>
            </a:r>
            <a:r>
              <a:rPr lang="en-US" altLang="zh-CN">
                <a:solidFill>
                  <a:srgbClr val="FF0000"/>
                </a:solidFill>
              </a:rPr>
              <a:t>ppt</a:t>
            </a:r>
            <a:r>
              <a:rPr lang="zh-CN" altLang="en-US">
                <a:solidFill>
                  <a:srgbClr val="FF0000"/>
                </a:solidFill>
              </a:rPr>
              <a:t>就可以了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701165" y="-234058"/>
            <a:ext cx="9144000" cy="2187001"/>
          </a:xfrm>
        </p:spPr>
        <p:txBody>
          <a:bodyPr>
            <a:normAutofit/>
          </a:bodyPr>
          <a:lstStyle/>
          <a:p>
            <a:r>
              <a:rPr lang="zh-CN" altLang="en-US">
                <a:sym typeface="+mn-ea"/>
              </a:rPr>
              <a:t>边狱巴士第十章</a:t>
            </a:r>
            <a:br>
              <a:rPr lang="zh-CN" altLang="en-US">
                <a:sym typeface="+mn-ea"/>
              </a:rPr>
            </a:br>
            <a:r>
              <a:rPr lang="zh-CN" altLang="en-US">
                <a:sym typeface="+mn-ea"/>
              </a:rPr>
              <a:t>第一周个人</a:t>
            </a:r>
            <a:r>
              <a:rPr lang="en-US" altLang="zh-CN">
                <a:sym typeface="+mn-ea"/>
              </a:rPr>
              <a:t>ai</a:t>
            </a:r>
            <a:r>
              <a:rPr lang="zh-CN" altLang="en-US">
                <a:sym typeface="+mn-ea"/>
              </a:rPr>
              <a:t>汉化分享</a:t>
            </a:r>
            <a:endParaRPr lang="zh-CN" altLang="en-US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513715" y="1985645"/>
            <a:ext cx="11327130" cy="4734560"/>
          </a:xfrm>
        </p:spPr>
        <p:txBody>
          <a:bodyPr>
            <a:normAutofit lnSpcReduction="10000"/>
          </a:bodyPr>
          <a:lstStyle/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本汉化全程使用</a:t>
            </a:r>
            <a:r>
              <a:rPr lang="en-US" altLang="zh-CN" sz="2000">
                <a:latin typeface="+mn-ea"/>
                <a:ea typeface="+mn-ea"/>
                <a:cs typeface="+mn-ea"/>
              </a:rPr>
              <a:t>deepv4.1-flash</a:t>
            </a:r>
            <a:r>
              <a:rPr lang="zh-CN" altLang="en-US" sz="2000">
                <a:latin typeface="+mn-ea"/>
                <a:ea typeface="+mn-ea"/>
                <a:cs typeface="+mn-ea"/>
              </a:rPr>
              <a:t>模型进行翻译。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建立在"</a:t>
            </a:r>
            <a:r>
              <a:rPr lang="zh-CN" altLang="en-US" sz="24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都市零协会汉化组</a:t>
            </a:r>
            <a:r>
              <a:rPr lang="zh-CN" altLang="en-US" sz="2000">
                <a:latin typeface="+mn-ea"/>
                <a:ea typeface="+mn-ea"/>
                <a:cs typeface="+mn-ea"/>
              </a:rPr>
              <a:t>"的过往汉化、月亮计划过往游戏汉化数据基础之上。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只做分享，并拒绝任何可能的商业化行为。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因</a:t>
            </a:r>
            <a:r>
              <a:rPr lang="en-US" altLang="zh-CN" sz="2000">
                <a:latin typeface="+mn-ea"/>
                <a:ea typeface="+mn-ea"/>
                <a:cs typeface="+mn-ea"/>
              </a:rPr>
              <a:t>up</a:t>
            </a:r>
            <a:r>
              <a:rPr lang="zh-CN" altLang="en-US" sz="2000">
                <a:latin typeface="+mn-ea"/>
                <a:ea typeface="+mn-ea"/>
                <a:cs typeface="+mn-ea"/>
              </a:rPr>
              <a:t>文化水平有限，且存在术语如</a:t>
            </a:r>
            <a:r>
              <a:rPr lang="zh-CN" altLang="en-US" sz="24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以实玛利·</a:t>
            </a:r>
            <a:r>
              <a:rPr lang="en-US" altLang="zh-CN" sz="24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Le Rouge</a:t>
            </a:r>
            <a:r>
              <a:rPr lang="zh-CN" altLang="en-US" sz="24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精品店</a:t>
            </a:r>
            <a:r>
              <a:rPr lang="zh-CN" altLang="en-US" sz="2000">
                <a:latin typeface="+mn-ea"/>
                <a:ea typeface="+mn-ea"/>
                <a:cs typeface="+mn-ea"/>
              </a:rPr>
              <a:t>难以翻译为中文，故导致汉化不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完全，希望各位仅把本汉化当作尝鲜使用，之后务必重新使用都市零协会提供的汉化。</a:t>
            </a:r>
            <a:endParaRPr lang="zh-CN" altLang="en-US" sz="2400">
              <a:solidFill>
                <a:srgbClr val="FF0000"/>
              </a:solidFill>
              <a:latin typeface="+mn-ea"/>
              <a:ea typeface="+mn-ea"/>
              <a:cs typeface="+mn-ea"/>
            </a:endParaRPr>
          </a:p>
          <a:p>
            <a:pPr algn="l"/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本补丁在</a:t>
            </a:r>
            <a:r>
              <a:rPr lang="en-US" altLang="zh-CN" sz="2000">
                <a:latin typeface="+mn-ea"/>
                <a:ea typeface="+mn-ea"/>
                <a:cs typeface="+mn-ea"/>
              </a:rPr>
              <a:t>ubuntu26.04</a:t>
            </a:r>
            <a:r>
              <a:rPr lang="zh-CN" altLang="en-US" sz="2000">
                <a:latin typeface="+mn-ea"/>
                <a:ea typeface="+mn-ea"/>
                <a:cs typeface="+mn-ea"/>
              </a:rPr>
              <a:t>成功运行。</a:t>
            </a:r>
            <a:br>
              <a:rPr lang="zh-CN" altLang="en-US" sz="2000">
                <a:latin typeface="+mn-ea"/>
                <a:ea typeface="+mn-ea"/>
                <a:cs typeface="+mn-ea"/>
              </a:rPr>
            </a:b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2000">
                <a:latin typeface="+mn-ea"/>
                <a:ea typeface="+mn-ea"/>
                <a:cs typeface="+mn-ea"/>
              </a:rPr>
              <a:t>本</a:t>
            </a:r>
            <a:r>
              <a:rPr lang="en-US" altLang="zh-CN" sz="2000">
                <a:latin typeface="+mn-ea"/>
                <a:ea typeface="+mn-ea"/>
                <a:cs typeface="+mn-ea"/>
              </a:rPr>
              <a:t>ppt</a:t>
            </a:r>
            <a:r>
              <a:rPr lang="zh-CN" altLang="en-US" sz="2000">
                <a:latin typeface="+mn-ea"/>
                <a:ea typeface="+mn-ea"/>
                <a:cs typeface="+mn-ea"/>
              </a:rPr>
              <a:t>仅做简单演示！</a:t>
            </a:r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endParaRPr lang="zh-CN" altLang="en-US" sz="2000">
              <a:latin typeface="+mn-ea"/>
              <a:ea typeface="+mn-ea"/>
              <a:cs typeface="+mn-ea"/>
            </a:endParaRPr>
          </a:p>
          <a:p>
            <a:pPr algn="l"/>
            <a:r>
              <a:rPr lang="zh-CN" altLang="en-US" sz="3600">
                <a:solidFill>
                  <a:srgbClr val="FF0000"/>
                </a:solidFill>
                <a:latin typeface="+mn-ea"/>
                <a:ea typeface="+mn-ea"/>
                <a:cs typeface="+mn-ea"/>
              </a:rPr>
              <a:t>本汉化未进行任何测试，可能出现任何文字显示问题</a:t>
            </a:r>
            <a:endParaRPr lang="zh-CN" altLang="en-US" sz="3600">
              <a:solidFill>
                <a:srgbClr val="FF0000"/>
              </a:solidFill>
              <a:latin typeface="+mn-ea"/>
              <a:ea typeface="+mn-ea"/>
              <a:cs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269240" y="1336675"/>
            <a:ext cx="1146048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我将按照以下顺序展开</a:t>
            </a:r>
            <a:br>
              <a:rPr lang="zh-CN" altLang="en-US"/>
            </a:br>
            <a:br>
              <a:rPr lang="zh-CN" altLang="en-US"/>
            </a:br>
            <a:r>
              <a:rPr lang="en-US" altLang="zh-CN"/>
              <a:t>1.</a:t>
            </a:r>
            <a:r>
              <a:rPr lang="zh-CN" altLang="en-US"/>
              <a:t>翻译实机演示</a:t>
            </a:r>
            <a:br>
              <a:rPr lang="zh-CN" altLang="en-US"/>
            </a:br>
            <a:br>
              <a:rPr lang="zh-CN" altLang="en-US"/>
            </a:br>
            <a:r>
              <a:rPr lang="en-US" altLang="zh-CN"/>
              <a:t>2.</a:t>
            </a:r>
            <a:r>
              <a:rPr lang="zh-CN" altLang="en-US"/>
              <a:t>安装说明</a:t>
            </a:r>
            <a:r>
              <a:rPr lang="en-US" altLang="zh-CN"/>
              <a:t>(</a:t>
            </a:r>
            <a:r>
              <a:rPr lang="zh-CN" altLang="en-US"/>
              <a:t>不在</a:t>
            </a:r>
            <a:r>
              <a:rPr lang="en-US" altLang="zh-CN"/>
              <a:t>ppt</a:t>
            </a:r>
            <a:r>
              <a:rPr lang="zh-CN" altLang="en-US"/>
              <a:t>里说了，很简单，直接打开以下</a:t>
            </a:r>
            <a:r>
              <a:rPr lang="en-US" altLang="zh-CN"/>
              <a:t>github</a:t>
            </a:r>
            <a:r>
              <a:rPr lang="zh-CN" altLang="en-US"/>
              <a:t>网站。</a:t>
            </a:r>
            <a:r>
              <a:rPr lang="en-US" altLang="zh-CN"/>
              <a:t>github</a:t>
            </a:r>
            <a:r>
              <a:rPr lang="zh-CN" altLang="en-US"/>
              <a:t>搜索应该也行</a:t>
            </a:r>
            <a:endParaRPr lang="zh-CN" altLang="en-US"/>
          </a:p>
          <a:p>
            <a:r>
              <a:rPr lang="en-US" altLang="zh-CN"/>
              <a:t>https://github.com/haool871/Limbus-Company-Chapter-10-Week-1-Chinese-Localization-Share)</a:t>
            </a:r>
            <a:br>
              <a:rPr lang="zh-CN" altLang="en-US"/>
            </a:br>
            <a:br>
              <a:rPr lang="zh-CN" altLang="en-US"/>
            </a:br>
            <a:r>
              <a:rPr lang="en-US" altLang="zh-CN"/>
              <a:t>3.</a:t>
            </a:r>
            <a:r>
              <a:rPr lang="zh-CN" altLang="en-US"/>
              <a:t>翻译工作流</a:t>
            </a:r>
            <a:r>
              <a:rPr lang="en-US" altLang="zh-CN"/>
              <a:t>(</a:t>
            </a:r>
            <a:r>
              <a:rPr lang="zh-CN"/>
              <a:t>放</a:t>
            </a:r>
            <a:r>
              <a:rPr lang="en-US" altLang="zh-CN"/>
              <a:t>github</a:t>
            </a:r>
            <a:r>
              <a:rPr lang="zh-CN" altLang="en-US"/>
              <a:t>上了</a:t>
            </a:r>
            <a:r>
              <a:rPr lang="en-US" altLang="zh-CN"/>
              <a:t>)</a:t>
            </a:r>
            <a:br>
              <a:rPr lang="zh-CN" altLang="en-US"/>
            </a:br>
            <a:br>
              <a:rPr lang="zh-CN" altLang="en-US"/>
            </a:br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8000" y="1209675"/>
            <a:ext cx="6096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4000">
                <a:sym typeface="+mn-ea"/>
              </a:rPr>
              <a:t>翻译实机演示</a:t>
            </a:r>
            <a:endParaRPr lang="zh-CN" altLang="en-US" sz="4000"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275" y="1078865"/>
            <a:ext cx="10760075" cy="55753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930275" y="450850"/>
            <a:ext cx="41268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新人格及对应风味文本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/home/shb/图片/截图/截图 2026-09-17 15-31-30.png截图 2026-09-17 15-31-30"/>
          <p:cNvPicPr>
            <a:picLocks noChangeAspect="1"/>
          </p:cNvPicPr>
          <p:nvPr/>
        </p:nvPicPr>
        <p:blipFill>
          <a:blip r:embed="rId1"/>
          <a:srcRect l="6" r="6"/>
          <a:stretch>
            <a:fillRect/>
          </a:stretch>
        </p:blipFill>
        <p:spPr>
          <a:xfrm>
            <a:off x="930275" y="1078865"/>
            <a:ext cx="10760075" cy="55753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930275" y="450850"/>
            <a:ext cx="41268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新人格及对应风味文本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/home/shb/图片/截图/截图 2026-09-17 15-38-35.png截图 2026-09-17 15-38-35"/>
          <p:cNvPicPr>
            <a:picLocks noChangeAspect="1"/>
          </p:cNvPicPr>
          <p:nvPr/>
        </p:nvPicPr>
        <p:blipFill>
          <a:blip r:embed="rId1"/>
          <a:srcRect l="6" r="6" b="16993"/>
          <a:stretch>
            <a:fillRect/>
          </a:stretch>
        </p:blipFill>
        <p:spPr>
          <a:xfrm>
            <a:off x="930275" y="1078865"/>
            <a:ext cx="10760075" cy="462788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930275" y="450850"/>
            <a:ext cx="41268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主线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30275" y="450850"/>
            <a:ext cx="41268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主线开篇第一句话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9705" y="1261110"/>
            <a:ext cx="9463405" cy="49034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33880" y="1360170"/>
            <a:ext cx="78441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多的就不贴了，成本巨大</a:t>
            </a:r>
            <a:r>
              <a:rPr lang="en-US" altLang="zh-CN"/>
              <a:t>(doge)</a:t>
            </a:r>
            <a:r>
              <a:rPr lang="zh-CN" altLang="en-US"/>
              <a:t>，希望大家能帮忙回点血吧。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3880" y="2898140"/>
            <a:ext cx="8524240" cy="37249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833880" y="2343785"/>
            <a:ext cx="78441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感谢零协会汉化组开源</a:t>
            </a:r>
            <a:r>
              <a:rPr lang="en-US" altLang="zh-CN"/>
              <a:t>,</a:t>
            </a:r>
            <a:r>
              <a:rPr lang="zh-CN" altLang="en-US"/>
              <a:t>零协的恩情还不完。</a:t>
            </a:r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573</Words>
  <Application>WPS 演示</Application>
  <PresentationFormat>宽屏</PresentationFormat>
  <Paragraphs>42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DejaVu Sans</vt:lpstr>
      <vt:lpstr>微软雅黑</vt:lpstr>
      <vt:lpstr>Noto Serif CJK SC</vt:lpstr>
      <vt:lpstr>Calibri Light</vt:lpstr>
      <vt:lpstr>Calibri</vt:lpstr>
      <vt:lpstr>宋体</vt:lpstr>
      <vt:lpstr>Arial Unicode MS</vt:lpstr>
      <vt:lpstr>OpenSymbol</vt:lpstr>
      <vt:lpstr>WPS</vt:lpstr>
      <vt:lpstr>边狱巴士第十章 第一周个人ai汉化分享</vt:lpstr>
      <vt:lpstr>边狱巴士第十章 第一周个人ai汉化分享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shb</cp:lastModifiedBy>
  <cp:revision>15</cp:revision>
  <dcterms:created xsi:type="dcterms:W3CDTF">2026-09-17T08:06:51Z</dcterms:created>
  <dcterms:modified xsi:type="dcterms:W3CDTF">2026-09-17T08:06:51Z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2052-12.1.2.28080</vt:lpwstr>
  </property>
  <property fmtid="{D5CDD505-2E9C-101B-9397-08002B2CF9AE}" pid="3" name="ICV">
    <vt:lpwstr>18356D008DBCFADE9B9FAB6A6A102DC3_43</vt:lpwstr>
  </property>
</Properties>
</file>
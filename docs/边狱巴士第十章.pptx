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4"/>
  </p:handoutMasterIdLst>
  <p:sldIdLst>
    <p:sldId id="257" r:id="rId3"/>
    <p:sldId id="258" r:id="rId5"/>
    <p:sldId id="259" r:id="rId6"/>
    <p:sldId id="262" r:id="rId7"/>
    <p:sldId id="261" r:id="rId8"/>
    <p:sldId id="264" r:id="rId9"/>
    <p:sldId id="265" r:id="rId10"/>
    <p:sldId id="266" r:id="rId11"/>
    <p:sldId id="267" r:id="rId12"/>
    <p:sldId id="263" r:id="rId1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/>
              <a:t>边狱巴士第十章</a:t>
            </a:r>
            <a:br>
              <a:rPr lang="zh-CN" altLang="en-US"/>
            </a:br>
            <a:r>
              <a:rPr lang="zh-CN" altLang="en-US"/>
              <a:t>第二周个人</a:t>
            </a:r>
            <a:r>
              <a:rPr lang="en-US" altLang="zh-CN"/>
              <a:t>ai</a:t>
            </a:r>
            <a:r>
              <a:rPr lang="zh-CN" altLang="en-US"/>
              <a:t>汉化分享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502285" y="3796665"/>
            <a:ext cx="600075" cy="1655445"/>
          </a:xfrm>
        </p:spPr>
        <p:txBody>
          <a:bodyPr>
            <a:normAutofit lnSpcReduction="20000"/>
          </a:bodyPr>
          <a:lstStyle/>
          <a:p>
            <a:pPr algn="l"/>
            <a:endParaRPr lang="en-US" altLang="zh-CN"/>
          </a:p>
          <a:p>
            <a:pPr algn="l"/>
            <a:endParaRPr lang="en-US" altLang="zh-CN"/>
          </a:p>
          <a:p>
            <a:pPr algn="l"/>
            <a:endParaRPr lang="en-US" altLang="zh-CN"/>
          </a:p>
          <a:p>
            <a:pPr algn="l"/>
            <a:endParaRPr lang="en-US" altLang="zh-CN"/>
          </a:p>
          <a:p>
            <a:pPr algn="l"/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up:</a:t>
            </a:r>
            <a:endParaRPr lang="en-US" alt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765" y="4834890"/>
            <a:ext cx="2343150" cy="819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9435" y="5819775"/>
            <a:ext cx="3267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2026.09.24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502285" y="6235700"/>
            <a:ext cx="81413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本视频没有声音！！只是放</a:t>
            </a:r>
            <a:r>
              <a:rPr lang="en-US" altLang="zh-CN">
                <a:solidFill>
                  <a:srgbClr val="FF0000"/>
                </a:solidFill>
              </a:rPr>
              <a:t>ppt</a:t>
            </a:r>
            <a:r>
              <a:rPr lang="zh-CN" altLang="en-US">
                <a:solidFill>
                  <a:srgbClr val="FF0000"/>
                </a:solidFill>
              </a:rPr>
              <a:t>，想直接下载去看到第</a:t>
            </a:r>
            <a:r>
              <a:rPr lang="en-US" altLang="zh-CN">
                <a:solidFill>
                  <a:srgbClr val="FF0000"/>
                </a:solidFill>
              </a:rPr>
              <a:t>3</a:t>
            </a:r>
            <a:r>
              <a:rPr lang="zh-CN" altLang="en-US">
                <a:solidFill>
                  <a:srgbClr val="FF0000"/>
                </a:solidFill>
              </a:rPr>
              <a:t>面</a:t>
            </a:r>
            <a:r>
              <a:rPr lang="en-US" altLang="zh-CN">
                <a:solidFill>
                  <a:srgbClr val="FF0000"/>
                </a:solidFill>
              </a:rPr>
              <a:t>ppt</a:t>
            </a:r>
            <a:r>
              <a:rPr lang="zh-CN" altLang="en-US">
                <a:solidFill>
                  <a:srgbClr val="FF0000"/>
                </a:solidFill>
              </a:rPr>
              <a:t>就可以了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01165" y="-234058"/>
            <a:ext cx="9144000" cy="2187001"/>
          </a:xfrm>
        </p:spPr>
        <p:txBody>
          <a:bodyPr>
            <a:normAutofit/>
          </a:bodyPr>
          <a:lstStyle/>
          <a:p>
            <a:r>
              <a:rPr lang="zh-CN" altLang="en-US">
                <a:sym typeface="+mn-ea"/>
              </a:rPr>
              <a:t>边狱巴士第十章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第一周个人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汉化分享</a:t>
            </a:r>
            <a:endParaRPr lang="zh-CN" altLang="en-US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513715" y="1985645"/>
            <a:ext cx="11327130" cy="4734560"/>
          </a:xfrm>
        </p:spPr>
        <p:txBody>
          <a:bodyPr>
            <a:normAutofit lnSpcReduction="20000"/>
          </a:bodyPr>
          <a:lstStyle/>
          <a:p>
            <a:pPr algn="l"/>
            <a:r>
              <a:rPr lang="zh-CN" altLang="en-US" sz="2000">
                <a:latin typeface="+mn-ea"/>
                <a:ea typeface="+mn-ea"/>
                <a:cs typeface="+mn-ea"/>
              </a:rPr>
              <a:t>本汉化全程使用</a:t>
            </a:r>
            <a:r>
              <a:rPr lang="en-US" altLang="zh-CN" sz="2000">
                <a:latin typeface="+mn-ea"/>
                <a:ea typeface="+mn-ea"/>
                <a:cs typeface="+mn-ea"/>
              </a:rPr>
              <a:t>deepv4.1-flash</a:t>
            </a:r>
            <a:r>
              <a:rPr lang="zh-CN" altLang="en-US" sz="2000">
                <a:latin typeface="+mn-ea"/>
                <a:ea typeface="+mn-ea"/>
                <a:cs typeface="+mn-ea"/>
              </a:rPr>
              <a:t>模型进行翻译。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000">
                <a:latin typeface="+mn-ea"/>
                <a:ea typeface="+mn-ea"/>
                <a:cs typeface="+mn-ea"/>
              </a:rPr>
              <a:t>建立在"</a:t>
            </a: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都市零协会汉化组</a:t>
            </a:r>
            <a:r>
              <a:rPr lang="zh-CN" altLang="en-US" sz="2000">
                <a:latin typeface="+mn-ea"/>
                <a:ea typeface="+mn-ea"/>
                <a:cs typeface="+mn-ea"/>
              </a:rPr>
              <a:t>"的过往汉化、月亮计划过往游戏汉化数据基础之上。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000">
                <a:latin typeface="+mn-ea"/>
                <a:ea typeface="+mn-ea"/>
                <a:cs typeface="+mn-ea"/>
              </a:rPr>
              <a:t>只做分享，并拒绝任何可能的商业化行为。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000">
                <a:latin typeface="+mn-ea"/>
                <a:ea typeface="+mn-ea"/>
                <a:cs typeface="+mn-ea"/>
              </a:rPr>
              <a:t>因</a:t>
            </a:r>
            <a:r>
              <a:rPr lang="en-US" altLang="zh-CN" sz="2000">
                <a:latin typeface="+mn-ea"/>
                <a:ea typeface="+mn-ea"/>
                <a:cs typeface="+mn-ea"/>
              </a:rPr>
              <a:t>up</a:t>
            </a:r>
            <a:r>
              <a:rPr lang="zh-CN" altLang="en-US" sz="2000">
                <a:latin typeface="+mn-ea"/>
                <a:ea typeface="+mn-ea"/>
                <a:cs typeface="+mn-ea"/>
              </a:rPr>
              <a:t>文化水平有限，且存在术语如第一周的</a:t>
            </a: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以实玛利·</a:t>
            </a:r>
            <a:r>
              <a:rPr lang="en-US" altLang="zh-CN" sz="2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Le Rouge</a:t>
            </a:r>
            <a:r>
              <a:rPr lang="zh-CN" altLang="en-US" sz="24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精品店</a:t>
            </a:r>
            <a:r>
              <a:rPr lang="zh-CN" altLang="en-US" sz="2000">
                <a:latin typeface="+mn-ea"/>
                <a:ea typeface="+mn-ea"/>
                <a:cs typeface="+mn-ea"/>
              </a:rPr>
              <a:t>难以翻译为中文，故导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000">
                <a:latin typeface="+mn-ea"/>
                <a:ea typeface="+mn-ea"/>
                <a:cs typeface="+mn-ea"/>
              </a:rPr>
              <a:t>致汉化不完全，希望各位仅把本汉化当作尝鲜使用，之后务必重新使用都市零协会提供的汉化。</a:t>
            </a:r>
            <a:endParaRPr lang="zh-CN" altLang="en-US" sz="2400">
              <a:solidFill>
                <a:srgbClr val="FF0000"/>
              </a:solidFill>
              <a:latin typeface="+mn-ea"/>
              <a:ea typeface="+mn-ea"/>
              <a:cs typeface="+mn-ea"/>
            </a:endParaRPr>
          </a:p>
          <a:p>
            <a:pPr algn="l"/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000">
                <a:latin typeface="+mn-ea"/>
                <a:ea typeface="+mn-ea"/>
                <a:cs typeface="+mn-ea"/>
              </a:rPr>
              <a:t>本补丁在</a:t>
            </a:r>
            <a:r>
              <a:rPr lang="en-US" altLang="zh-CN" sz="2000">
                <a:latin typeface="+mn-ea"/>
                <a:ea typeface="+mn-ea"/>
                <a:cs typeface="+mn-ea"/>
              </a:rPr>
              <a:t>ubuntu26.04</a:t>
            </a:r>
            <a:r>
              <a:rPr lang="zh-CN" altLang="en-US" sz="2000">
                <a:latin typeface="+mn-ea"/>
                <a:ea typeface="+mn-ea"/>
                <a:cs typeface="+mn-ea"/>
              </a:rPr>
              <a:t>成功运行。</a:t>
            </a:r>
            <a:br>
              <a:rPr lang="zh-CN" altLang="en-US" sz="2000">
                <a:latin typeface="+mn-ea"/>
                <a:ea typeface="+mn-ea"/>
                <a:cs typeface="+mn-ea"/>
              </a:rPr>
            </a:br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2000">
                <a:latin typeface="+mn-ea"/>
                <a:ea typeface="+mn-ea"/>
                <a:cs typeface="+mn-ea"/>
              </a:rPr>
              <a:t>本</a:t>
            </a:r>
            <a:r>
              <a:rPr lang="en-US" altLang="zh-CN" sz="2000">
                <a:latin typeface="+mn-ea"/>
                <a:ea typeface="+mn-ea"/>
                <a:cs typeface="+mn-ea"/>
              </a:rPr>
              <a:t>ppt</a:t>
            </a:r>
            <a:r>
              <a:rPr lang="zh-CN" altLang="en-US" sz="2000">
                <a:latin typeface="+mn-ea"/>
                <a:ea typeface="+mn-ea"/>
                <a:cs typeface="+mn-ea"/>
              </a:rPr>
              <a:t>仅做简单演示！</a:t>
            </a:r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endParaRPr lang="zh-CN" altLang="en-US" sz="2000">
              <a:latin typeface="+mn-ea"/>
              <a:ea typeface="+mn-ea"/>
              <a:cs typeface="+mn-ea"/>
            </a:endParaRPr>
          </a:p>
          <a:p>
            <a:pPr algn="l"/>
            <a:r>
              <a:rPr lang="zh-CN" altLang="en-US" sz="3600">
                <a:solidFill>
                  <a:srgbClr val="FF0000"/>
                </a:solidFill>
                <a:latin typeface="+mn-ea"/>
                <a:ea typeface="+mn-ea"/>
                <a:cs typeface="+mn-ea"/>
              </a:rPr>
              <a:t>本汉化未进行任何测试，可能出现任何文字显示问题</a:t>
            </a:r>
            <a:endParaRPr lang="zh-CN" altLang="en-US" sz="3600">
              <a:solidFill>
                <a:srgbClr val="FF0000"/>
              </a:solidFill>
              <a:latin typeface="+mn-ea"/>
              <a:ea typeface="+mn-ea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88595" y="2351405"/>
            <a:ext cx="114604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github</a:t>
            </a:r>
            <a:r>
              <a:rPr lang="zh-CN" altLang="en-US"/>
              <a:t>仓库地址</a:t>
            </a:r>
            <a:r>
              <a:rPr lang="en-US" altLang="zh-CN"/>
              <a:t>: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翻译包括</a:t>
            </a:r>
            <a:r>
              <a:rPr lang="en-US" altLang="zh-CN"/>
              <a:t>:</a:t>
            </a:r>
            <a:r>
              <a:rPr lang="zh-CN" altLang="en-US"/>
              <a:t>剧情对话文本，</a:t>
            </a:r>
            <a:r>
              <a:rPr lang="en-US" altLang="zh-CN"/>
              <a:t>RPG</a:t>
            </a:r>
            <a:r>
              <a:rPr lang="zh-CN" altLang="en-US"/>
              <a:t>文本，敌人文本</a:t>
            </a:r>
            <a:r>
              <a:rPr lang="en-US" altLang="zh-CN"/>
              <a:t>,</a:t>
            </a:r>
            <a:r>
              <a:rPr lang="zh-CN" altLang="en-US"/>
              <a:t>新人格文本等，基本上只要是新的就全汉化了</a:t>
            </a:r>
            <a:br>
              <a:rPr lang="zh-CN" altLang="en-US"/>
            </a:br>
            <a:br>
              <a:rPr lang="zh-CN" altLang="en-US"/>
            </a:br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3048000" y="120967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sz="4000">
                <a:sym typeface="+mn-ea"/>
              </a:rPr>
              <a:t>超级大省流</a:t>
            </a:r>
            <a:endParaRPr lang="zh-CN" altLang="en-US" sz="4000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0" y="120967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4000">
                <a:sym typeface="+mn-ea"/>
              </a:rPr>
              <a:t>翻译范围</a:t>
            </a:r>
            <a:endParaRPr lang="en-US" altLang="zh-CN" sz="400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51535" y="2113280"/>
            <a:ext cx="10333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包括人格，敌人文本等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275" y="1078865"/>
            <a:ext cx="10760075" cy="5575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0275" y="450850"/>
            <a:ext cx="412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新人格及对应风味文本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home/shb/图片/截图/截图 2026-09-17 15-31-30.png截图 2026-09-17 15-31-30"/>
          <p:cNvPicPr>
            <a:picLocks noChangeAspect="1"/>
          </p:cNvPicPr>
          <p:nvPr/>
        </p:nvPicPr>
        <p:blipFill>
          <a:blip r:embed="rId1"/>
          <a:srcRect l="6" r="6"/>
          <a:stretch>
            <a:fillRect/>
          </a:stretch>
        </p:blipFill>
        <p:spPr>
          <a:xfrm>
            <a:off x="930275" y="1078865"/>
            <a:ext cx="10760075" cy="55753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0275" y="450850"/>
            <a:ext cx="412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新人格及对应风味文本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home/shb/图片/截图/截图 2026-09-17 15-38-35.png截图 2026-09-17 15-38-35"/>
          <p:cNvPicPr>
            <a:picLocks noChangeAspect="1"/>
          </p:cNvPicPr>
          <p:nvPr/>
        </p:nvPicPr>
        <p:blipFill>
          <a:blip r:embed="rId1"/>
          <a:srcRect l="6" r="6" b="16993"/>
          <a:stretch>
            <a:fillRect/>
          </a:stretch>
        </p:blipFill>
        <p:spPr>
          <a:xfrm>
            <a:off x="930275" y="1078865"/>
            <a:ext cx="10760075" cy="462788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30275" y="450850"/>
            <a:ext cx="412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主线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30275" y="450850"/>
            <a:ext cx="41268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主线开篇第一句话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705" y="1261110"/>
            <a:ext cx="9463405" cy="49034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33880" y="1360170"/>
            <a:ext cx="784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多的就不贴了，成本巨大</a:t>
            </a:r>
            <a:r>
              <a:rPr lang="en-US" altLang="zh-CN"/>
              <a:t>(doge)</a:t>
            </a:r>
            <a:r>
              <a:rPr lang="zh-CN" altLang="en-US"/>
              <a:t>，希望大家能帮忙回点血吧。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880" y="2898140"/>
            <a:ext cx="8524240" cy="37249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33880" y="2343785"/>
            <a:ext cx="78441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感谢零协会汉化组开源</a:t>
            </a:r>
            <a:r>
              <a:rPr lang="en-US" altLang="zh-CN"/>
              <a:t>,</a:t>
            </a:r>
            <a:r>
              <a:rPr lang="zh-CN" altLang="en-US"/>
              <a:t>零协的恩情还不完。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WPS 演示</Application>
  <PresentationFormat>宽屏</PresentationFormat>
  <Paragraphs>47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DejaVu Sans</vt:lpstr>
      <vt:lpstr>微软雅黑</vt:lpstr>
      <vt:lpstr>Noto Serif CJK SC</vt:lpstr>
      <vt:lpstr>Calibri Light</vt:lpstr>
      <vt:lpstr>Calibri</vt:lpstr>
      <vt:lpstr>宋体</vt:lpstr>
      <vt:lpstr>Arial Unicode MS</vt:lpstr>
      <vt:lpstr>OpenSymbol</vt:lpstr>
      <vt:lpstr>WPS</vt:lpstr>
      <vt:lpstr>边狱巴士第十章 第一周个人ai汉化分享</vt:lpstr>
      <vt:lpstr>边狱巴士第十章 第一周个人ai汉化分享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shb</cp:lastModifiedBy>
  <cp:revision>17</cp:revision>
  <dcterms:created xsi:type="dcterms:W3CDTF">2026-09-24T02:52:38Z</dcterms:created>
  <dcterms:modified xsi:type="dcterms:W3CDTF">2026-09-24T02:52:38Z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2052-12.1.2.28080</vt:lpwstr>
  </property>
  <property fmtid="{D5CDD505-2E9C-101B-9397-08002B2CF9AE}" pid="3" name="ICV">
    <vt:lpwstr>18356D008DBCFADE9B9FAB6A6A102DC3_43</vt:lpwstr>
  </property>
</Properties>
</file>